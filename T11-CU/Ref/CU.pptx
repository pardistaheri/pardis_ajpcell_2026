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8"/>
    <p:restoredTop sz="95768"/>
  </p:normalViewPr>
  <p:slideViewPr>
    <p:cSldViewPr snapToGrid="0">
      <p:cViewPr varScale="1">
        <p:scale>
          <a:sx n="128" d="100"/>
          <a:sy n="128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9B1A-7862-06B3-F005-A3C1EF0F1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6BC6E-643A-9DE5-A22E-F626D042D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35438-BC5A-2284-0584-02B78BBC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7225D-A032-7E35-86F0-0EC5A35A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E258B-B64B-D132-11AB-2FF837C0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1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83E4E-E0FD-F0C0-0EF5-05B9A68F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76D2B-0433-3EC5-515D-D8530D78A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0ABFD-5C2E-2EE3-8504-7DAE0D70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618F-35CB-D114-3CDD-16D2F40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2A9E9-93C4-AC34-354E-B4DFF89C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1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4C2F-A803-E1D9-6C19-05465553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025FA-7B40-111C-061C-A3C704D19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18EF1-C4E3-D6DD-8BAB-4B8D2FC4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B6396-AB0E-3C5B-7477-5D7E04C3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15ED2-8741-3CCF-A14E-2516A0D2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3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58A2E-0DDE-3757-1C16-69C11B13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1F26-2CE5-A60E-5D5B-70CF85DFE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7EFB-55DE-9C5A-3DCA-404876946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5204E-628D-1627-3D38-88117FF3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0B97A-3140-DC6B-1A37-A30434AC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5118A-F1AF-87F2-FE04-E4015B97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8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B65E-E2CD-19E5-B5E2-2233E1EE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6EDF1-3591-20F9-343F-50AD7799B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9D626-3D94-791B-C45B-F79114674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DC379-A368-5241-367B-4AF6043F9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B7AB7-3114-7D5F-2C93-F0249AF66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491AE-B400-E3C4-2D32-E3E0A816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4B64FD-97DB-155A-991E-EAFD5CB5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D95F6-3FF0-D3AB-0E5B-1923E7928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65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4CB3-BC1A-21DC-BF36-6621E410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9F598-2EC0-2409-11C2-D024CFEE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80BCE-4057-1293-916A-1124748F7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80333-BF56-B3C6-B2FA-FCD10D4D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51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2797ED-9790-B7E6-A358-E129B645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6B9F2-289A-BAFC-99A4-9E211F97A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1847B-932D-ADCC-BF04-05A394C0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1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EFC6-42ED-BAC1-E5CF-14AA3A6A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90B7E-A673-2DB4-FDF7-597A9A85E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5EB5D-0B72-4B90-DBED-5A4C07D78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CACFB-DBCD-7CC3-A732-0CF178658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DC67-BDF2-6BF8-ABE0-1852B154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5E556-2A96-3136-B584-2CC02D2A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9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FA88-18CB-7843-9E71-48651B73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CDFB1-51B2-43C1-92AF-B13FD8F66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3FB5B-30B8-F6D4-7F4B-BCD68DF4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C8678-82A7-2F26-A006-9C2577CC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E9C62-FE0C-7F9A-92D1-AEEEEE42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D7DC8-6AE1-C8E2-696C-DF20D1CC5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5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4386-1B1D-80D3-B48E-78D03163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4310E-ADC8-4FE0-1615-8649E3662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34BA-1D72-5575-DC7F-3C51EADB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4BC65-FBEE-B73E-C1D2-9E019F0D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C6FBD-F66A-C15A-25F8-A4C2ACDD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20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4475D-3D6A-2C6A-85BE-B271228BF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28A5C-0E69-6788-6AB2-F9E77D4EE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BAF76-4EBB-448A-9BCA-67040EF5E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591A5-F114-8D64-952B-BE9B59FA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88F7F-4223-E121-A3A1-69BD5B1D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0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90AE80-8855-91E3-20ED-F52A4E38A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834FE-1707-C494-DB03-97DADD389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F7F20-3797-4BDC-3A7D-B9BFE55BAB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9191A-DFDE-7944-9E74-9EB3D7E615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80059-FA43-3127-1617-AABCC4D73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8A7CD-6FCC-39A5-B4A6-DA5186583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8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emf"/><Relationship Id="rId3" Type="http://schemas.openxmlformats.org/officeDocument/2006/relationships/image" Target="../media/image2.png"/><Relationship Id="rId7" Type="http://schemas.openxmlformats.org/officeDocument/2006/relationships/image" Target="../media/image2.emf"/><Relationship Id="rId12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emf"/><Relationship Id="rId5" Type="http://schemas.openxmlformats.org/officeDocument/2006/relationships/image" Target="../media/image1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A28CC2-E4FD-FDBB-9B2E-8CE7D6527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D9F3A5-0166-45D2-311C-9D1A648EC20D}"/>
                  </a:ext>
                </a:extLst>
              </p:cNvPr>
              <p:cNvSpPr txBox="1"/>
              <p:nvPr/>
            </p:nvSpPr>
            <p:spPr>
              <a:xfrm>
                <a:off x="961558" y="542698"/>
                <a:ext cx="21767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⇌</m:t>
                      </m:r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D9F3A5-0166-45D2-311C-9D1A648E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58" y="542698"/>
                <a:ext cx="2176750" cy="369332"/>
              </a:xfrm>
              <a:prstGeom prst="rect">
                <a:avLst/>
              </a:prstGeom>
              <a:blipFill>
                <a:blip r:embed="rId2"/>
                <a:stretch>
                  <a:fillRect l="-231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54A3FA-60D9-FE3C-F64B-F4BF1FAF7848}"/>
                  </a:ext>
                </a:extLst>
              </p:cNvPr>
              <p:cNvSpPr txBox="1"/>
              <p:nvPr/>
            </p:nvSpPr>
            <p:spPr>
              <a:xfrm>
                <a:off x="4893585" y="585243"/>
                <a:ext cx="693228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2+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2+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2+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2+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54A3FA-60D9-FE3C-F64B-F4BF1FAF7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585" y="585243"/>
                <a:ext cx="6932282" cy="307777"/>
              </a:xfrm>
              <a:prstGeom prst="rect">
                <a:avLst/>
              </a:prstGeom>
              <a:blipFill>
                <a:blip r:embed="rId3"/>
                <a:stretch>
                  <a:fillRect l="-128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889A4FF-2CD1-F1F1-C18C-9B929DD2E2BA}"/>
              </a:ext>
            </a:extLst>
          </p:cNvPr>
          <p:cNvSpPr txBox="1"/>
          <p:nvPr/>
        </p:nvSpPr>
        <p:spPr>
          <a:xfrm>
            <a:off x="7466611" y="2987139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  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0325C82-7366-E045-0A51-B03433FF5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51553"/>
            <a:ext cx="144977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7C37373-05B0-C034-5F9B-6D2B824DC4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400843"/>
              </p:ext>
            </p:extLst>
          </p:nvPr>
        </p:nvGraphicFramePr>
        <p:xfrm>
          <a:off x="1" y="1451553"/>
          <a:ext cx="6158990" cy="162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78200" imgH="876300" progId="Equation.DSMT4">
                  <p:embed/>
                </p:oleObj>
              </mc:Choice>
              <mc:Fallback>
                <p:oleObj r:id="rId4" imgW="3378200" imgH="876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451553"/>
                        <a:ext cx="6158990" cy="16269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A131980D-2F28-F2E8-2505-7116A0CA9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54" y="3180978"/>
            <a:ext cx="1710047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573AA619-B1E2-7031-C45F-282D304CC4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313893"/>
              </p:ext>
            </p:extLst>
          </p:nvPr>
        </p:nvGraphicFramePr>
        <p:xfrm>
          <a:off x="433787" y="3907398"/>
          <a:ext cx="2392540" cy="79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60500" imgH="482600" progId="Equation.DSMT4">
                  <p:embed/>
                </p:oleObj>
              </mc:Choice>
              <mc:Fallback>
                <p:oleObj r:id="rId6" imgW="14605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87" y="3907398"/>
                        <a:ext cx="2392540" cy="797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>
            <a:extLst>
              <a:ext uri="{FF2B5EF4-FFF2-40B4-BE49-F238E27FC236}">
                <a16:creationId xmlns:a16="http://schemas.microsoft.com/office/drawing/2014/main" id="{8B9839D8-7078-814A-950C-E63FB0EAA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720" y="3194906"/>
            <a:ext cx="159211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C2360368-0CB1-2278-1860-2AC6762A67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609630"/>
              </p:ext>
            </p:extLst>
          </p:nvPr>
        </p:nvGraphicFramePr>
        <p:xfrm>
          <a:off x="3288068" y="3937132"/>
          <a:ext cx="2392540" cy="78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73200" imgH="482600" progId="Equation.DSMT4">
                  <p:embed/>
                </p:oleObj>
              </mc:Choice>
              <mc:Fallback>
                <p:oleObj r:id="rId8" imgW="1473200" imgH="482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068" y="3937132"/>
                        <a:ext cx="2392540" cy="783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>
            <a:extLst>
              <a:ext uri="{FF2B5EF4-FFF2-40B4-BE49-F238E27FC236}">
                <a16:creationId xmlns:a16="http://schemas.microsoft.com/office/drawing/2014/main" id="{8095D1C0-17CA-AC76-2C2C-E325ACAB4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182760"/>
            <a:ext cx="1503662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0E480C12-0477-C561-A66A-574B91C544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111783"/>
              </p:ext>
            </p:extLst>
          </p:nvPr>
        </p:nvGraphicFramePr>
        <p:xfrm>
          <a:off x="6158991" y="3907398"/>
          <a:ext cx="2392540" cy="78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473200" imgH="482600" progId="Equation.DSMT4">
                  <p:embed/>
                </p:oleObj>
              </mc:Choice>
              <mc:Fallback>
                <p:oleObj r:id="rId10" imgW="1473200" imgH="482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8991" y="3907398"/>
                        <a:ext cx="2392540" cy="783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0">
            <a:extLst>
              <a:ext uri="{FF2B5EF4-FFF2-40B4-BE49-F238E27FC236}">
                <a16:creationId xmlns:a16="http://schemas.microsoft.com/office/drawing/2014/main" id="{C358740E-3BBD-E6EF-F52F-384EF76F7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5162" y="40384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0CC4C602-E058-BA60-4203-534D9FFD1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921010"/>
              </p:ext>
            </p:extLst>
          </p:nvPr>
        </p:nvGraphicFramePr>
        <p:xfrm>
          <a:off x="9134763" y="3904429"/>
          <a:ext cx="2433787" cy="78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485900" imgH="482600" progId="Equation.DSMT4">
                  <p:embed/>
                </p:oleObj>
              </mc:Choice>
              <mc:Fallback>
                <p:oleObj r:id="rId12" imgW="1485900" imgH="482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4763" y="3904429"/>
                        <a:ext cx="2433787" cy="783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2">
            <a:extLst>
              <a:ext uri="{FF2B5EF4-FFF2-40B4-BE49-F238E27FC236}">
                <a16:creationId xmlns:a16="http://schemas.microsoft.com/office/drawing/2014/main" id="{A29E5CAD-8414-3FB2-470E-C76F6F6B4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21" y="4306155"/>
            <a:ext cx="1872907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A25281C6-6681-B318-5A04-A933226D6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6327" y="4320082"/>
            <a:ext cx="1462958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02833D6D-6E6C-70BF-F9AF-E49EDD751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9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CFA6C-9024-5ECB-9590-B36FBCAD9357}"/>
              </a:ext>
            </a:extLst>
          </p:cNvPr>
          <p:cNvSpPr txBox="1"/>
          <p:nvPr/>
        </p:nvSpPr>
        <p:spPr>
          <a:xfrm>
            <a:off x="489857" y="5650711"/>
            <a:ext cx="4260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4.7715305e-06 M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3.1057560e-07 mmol/mg/s  </a:t>
            </a:r>
          </a:p>
        </p:txBody>
      </p:sp>
      <p:pic>
        <p:nvPicPr>
          <p:cNvPr id="7" name="Picture 6" descr="A diagram of a model&#10;&#10;Description automatically generated">
            <a:extLst>
              <a:ext uri="{FF2B5EF4-FFF2-40B4-BE49-F238E27FC236}">
                <a16:creationId xmlns:a16="http://schemas.microsoft.com/office/drawing/2014/main" id="{C37FC514-86EE-63FF-AD55-C1748C78E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03" y="1317502"/>
            <a:ext cx="4523191" cy="3503880"/>
          </a:xfrm>
          <a:prstGeom prst="rect">
            <a:avLst/>
          </a:prstGeom>
        </p:spPr>
      </p:pic>
      <p:pic>
        <p:nvPicPr>
          <p:cNvPr id="10" name="Picture 9" descr="A graph of a mass curve&#10;&#10;Description automatically generated">
            <a:extLst>
              <a:ext uri="{FF2B5EF4-FFF2-40B4-BE49-F238E27FC236}">
                <a16:creationId xmlns:a16="http://schemas.microsoft.com/office/drawing/2014/main" id="{B8560F94-B4D3-953F-FC97-5D369EEA2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659" y="1510217"/>
            <a:ext cx="3921414" cy="33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65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E99ACDD-E602-4A50-F13A-DED8E9088F9E}"/>
              </a:ext>
            </a:extLst>
          </p:cNvPr>
          <p:cNvSpPr txBox="1"/>
          <p:nvPr/>
        </p:nvSpPr>
        <p:spPr>
          <a:xfrm>
            <a:off x="7030191" y="5650711"/>
            <a:ext cx="6175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ourier" pitchFamily="2" charset="0"/>
              </a:rPr>
              <a:t> </a:t>
            </a:r>
          </a:p>
        </p:txBody>
      </p:sp>
      <p:pic>
        <p:nvPicPr>
          <p:cNvPr id="10" name="Picture 9" descr="A diagram of a model&#10;&#10;Description automatically generated">
            <a:extLst>
              <a:ext uri="{FF2B5EF4-FFF2-40B4-BE49-F238E27FC236}">
                <a16:creationId xmlns:a16="http://schemas.microsoft.com/office/drawing/2014/main" id="{DB7C7FCA-E1EA-670D-F4D6-3E5D8A1FB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4001654"/>
            <a:ext cx="3644900" cy="2679700"/>
          </a:xfrm>
          <a:prstGeom prst="rect">
            <a:avLst/>
          </a:prstGeom>
        </p:spPr>
      </p:pic>
      <p:pic>
        <p:nvPicPr>
          <p:cNvPr id="12" name="Picture 11" descr="A graph of a model&#10;&#10;Description automatically generated">
            <a:extLst>
              <a:ext uri="{FF2B5EF4-FFF2-40B4-BE49-F238E27FC236}">
                <a16:creationId xmlns:a16="http://schemas.microsoft.com/office/drawing/2014/main" id="{1FCF0A4A-0F88-E9FF-9D41-CFAA94B08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700" y="3898901"/>
            <a:ext cx="7099300" cy="2743200"/>
          </a:xfrm>
          <a:prstGeom prst="rect">
            <a:avLst/>
          </a:prstGeom>
        </p:spPr>
      </p:pic>
      <p:pic>
        <p:nvPicPr>
          <p:cNvPr id="15" name="Picture 14" descr="A diagram of a graph&#10;&#10;Description automatically generated">
            <a:extLst>
              <a:ext uri="{FF2B5EF4-FFF2-40B4-BE49-F238E27FC236}">
                <a16:creationId xmlns:a16="http://schemas.microsoft.com/office/drawing/2014/main" id="{B0A5B915-48B3-C18F-0B44-2B554AC43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39" y="370610"/>
            <a:ext cx="3663621" cy="3411681"/>
          </a:xfrm>
          <a:prstGeom prst="rect">
            <a:avLst/>
          </a:prstGeom>
        </p:spPr>
      </p:pic>
      <p:pic>
        <p:nvPicPr>
          <p:cNvPr id="18" name="Picture 17" descr="A diagram of a graph&#10;&#10;Description automatically generated">
            <a:extLst>
              <a:ext uri="{FF2B5EF4-FFF2-40B4-BE49-F238E27FC236}">
                <a16:creationId xmlns:a16="http://schemas.microsoft.com/office/drawing/2014/main" id="{66EBF914-DEDB-3055-4CA9-5D1AE1B9E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43" y="215899"/>
            <a:ext cx="4080014" cy="358720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1DDA121-A7A9-A891-87C5-77ED8511E6CA}"/>
              </a:ext>
            </a:extLst>
          </p:cNvPr>
          <p:cNvSpPr txBox="1"/>
          <p:nvPr/>
        </p:nvSpPr>
        <p:spPr>
          <a:xfrm>
            <a:off x="3823359" y="2156253"/>
            <a:ext cx="2778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2.8617845e-04 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  1.9544085e-03 M</a:t>
            </a:r>
          </a:p>
        </p:txBody>
      </p:sp>
    </p:spTree>
    <p:extLst>
      <p:ext uri="{BB962C8B-B14F-4D97-AF65-F5344CB8AC3E}">
        <p14:creationId xmlns:p14="http://schemas.microsoft.com/office/powerpoint/2010/main" val="9610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48</Words>
  <Application>Microsoft Macintosh PowerPoint</Application>
  <PresentationFormat>Widescreen</PresentationFormat>
  <Paragraphs>8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Courier</vt:lpstr>
      <vt:lpstr>Times New Roman</vt:lpstr>
      <vt:lpstr>Office Theme</vt:lpstr>
      <vt:lpstr>Equation.DSMT4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Taheri, Pardis</dc:creator>
  <cp:lastModifiedBy>Taheri, Pardis</cp:lastModifiedBy>
  <cp:revision>14</cp:revision>
  <dcterms:created xsi:type="dcterms:W3CDTF">2023-06-01T10:27:11Z</dcterms:created>
  <dcterms:modified xsi:type="dcterms:W3CDTF">2026-02-13T23:51:04Z</dcterms:modified>
</cp:coreProperties>
</file>