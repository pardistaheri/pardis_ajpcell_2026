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6"/>
  </p:normalViewPr>
  <p:slideViewPr>
    <p:cSldViewPr snapToGrid="0">
      <p:cViewPr varScale="1">
        <p:scale>
          <a:sx n="102" d="100"/>
          <a:sy n="102" d="100"/>
        </p:scale>
        <p:origin x="9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EB95-AB9A-8E9A-9B37-E116A61E3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48BB0-B83A-C702-602C-B582E6E05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AE0DF-2213-8B6E-F2A7-AE6E4D659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DF28-81AF-9A4B-B021-E57D16FC461F}" type="datetimeFigureOut">
              <a:rPr lang="en-US" smtClean="0"/>
              <a:t>6/1/23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A57BD-BA4E-C78F-4856-9AD445AE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96AF3-90C1-F11B-4AE3-3BCA94FFE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2588-B19D-EF46-BE7A-B02BA805B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094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1D09B-F4F0-DB9B-AAA7-BDAC0C1C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72913-FAB0-55CB-8749-8A792A245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E3F80-650A-2DEF-CBF7-F50BAA888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DF28-81AF-9A4B-B021-E57D16FC461F}" type="datetimeFigureOut">
              <a:rPr lang="en-US" smtClean="0"/>
              <a:t>6/1/23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D56D5-75AB-2AFE-B618-9A5A6CCEB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7868A-2C60-4078-B136-84ADD3DE1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2588-B19D-EF46-BE7A-B02BA805B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61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A43B-6B16-8AD9-EAFA-44E3F992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F103C-4752-0080-6393-90BACC32A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60141-606C-A3F8-88AD-1CFEC4EB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DF28-81AF-9A4B-B021-E57D16FC461F}" type="datetimeFigureOut">
              <a:rPr lang="en-US" smtClean="0"/>
              <a:t>6/1/23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15371-C973-D4CD-E8EA-886E0F71F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AC218-B7FB-CF1F-DB55-5E68D92E1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2588-B19D-EF46-BE7A-B02BA805B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86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3978-EA41-98BE-0CC4-5C1467AA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3141F-E478-A24D-EF64-426B894D2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A5DF7-CE63-70D0-503D-DDD0E7038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43778-1E8B-AA0E-CEA7-EBEF1FA2D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DF28-81AF-9A4B-B021-E57D16FC461F}" type="datetimeFigureOut">
              <a:rPr lang="en-US" smtClean="0"/>
              <a:t>6/1/23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C773C-1AAE-59C4-B726-B63895CF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EBDF5-5AAD-EE3E-69D1-DD1FA5D6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2588-B19D-EF46-BE7A-B02BA805B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61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D43B0-F7ED-D438-E108-285E152B5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C6537-7E0D-933A-690F-57735057F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00D22-3C98-6D2B-93F7-CAE89E1D1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13B332-8C60-894F-C793-C90ED0642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0A9655-DE54-5655-4E13-39A109FE50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36B3E-6091-162A-1B98-FEFF1975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DF28-81AF-9A4B-B021-E57D16FC461F}" type="datetimeFigureOut">
              <a:rPr lang="en-US" smtClean="0"/>
              <a:t>6/1/23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00A7A8-2268-12CD-D612-D390E066D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BB96ED-01A2-31F7-1C83-6B1F31975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2588-B19D-EF46-BE7A-B02BA805B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9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F1582-5367-9B85-F3B7-CA006BD2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5716AE-7CD7-DEAF-09E3-A947D4B3F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DF28-81AF-9A4B-B021-E57D16FC461F}" type="datetimeFigureOut">
              <a:rPr lang="en-US" smtClean="0"/>
              <a:t>6/1/23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989C6C-88D8-EC52-4CBA-C44EDCD4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46D08-191A-B523-D483-C0E8D9B34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2588-B19D-EF46-BE7A-B02BA805B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52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BB0AFA-A3F5-C8D2-51BE-CCAA019DA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DF28-81AF-9A4B-B021-E57D16FC461F}" type="datetimeFigureOut">
              <a:rPr lang="en-US" smtClean="0"/>
              <a:t>6/1/23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C4260-F7E4-3442-E580-93EEC0B02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C977D-256A-AC9E-A95C-3E4DCB4E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2588-B19D-EF46-BE7A-B02BA805B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70CA8-2D11-F2FA-E315-4B6A1D016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8BFB6-ABE4-94FE-DE88-D37DBDD51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57E6A-C0BC-016F-741D-230F987E8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E0F3-6F6C-9419-B485-D6AEFCCF7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DF28-81AF-9A4B-B021-E57D16FC461F}" type="datetimeFigureOut">
              <a:rPr lang="en-US" smtClean="0"/>
              <a:t>6/1/23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94DD07-AF22-FE83-EB1F-B90CD2301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EC1BD-3617-2862-443A-E5FEA912E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2588-B19D-EF46-BE7A-B02BA805B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97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8E362-48C8-B9E0-4FBD-F830ACFE5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DBDD16-00F8-C2E5-37E5-A0A6CF3B5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CAE95C-EB18-2EF1-FF23-278C30607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6803A-B511-F1EB-C643-92B2D7527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DF28-81AF-9A4B-B021-E57D16FC461F}" type="datetimeFigureOut">
              <a:rPr lang="en-US" smtClean="0"/>
              <a:t>6/1/23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161FF-7886-6E97-6FF6-D39A5B7E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E15A7-8DDC-1E24-3600-FC4C75768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2588-B19D-EF46-BE7A-B02BA805B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639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0AA6-5956-A9DA-16D7-0822312DB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5C7E72-B5D2-B547-72D9-8A71CE1B1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3FF55-4859-E290-71DA-9D716101D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DF28-81AF-9A4B-B021-E57D16FC461F}" type="datetimeFigureOut">
              <a:rPr lang="en-US" smtClean="0"/>
              <a:t>6/1/23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9DA3A-2DCA-2F3E-B947-95B2EED9F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ECDB5-803C-3217-0FE5-D41CF1BA0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2588-B19D-EF46-BE7A-B02BA805B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87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A5CC72-4C02-B08E-6D3A-F75317449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E72E57-8085-A2A8-BBF5-98A62992A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3140B-A43B-F12E-AB99-0A410ACB0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DF28-81AF-9A4B-B021-E57D16FC461F}" type="datetimeFigureOut">
              <a:rPr lang="en-US" smtClean="0"/>
              <a:t>6/1/23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161AF-D939-5B05-C10C-04DE6AA60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18642-E831-2148-FC29-4F938FB7A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2588-B19D-EF46-BE7A-B02BA805B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4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2BEAB8-0C29-AD9C-E7B5-8AD829631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37EE2-08AE-50F2-390D-AC129F1CF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D4ABD-B2A6-B857-7C6F-95ACA5C8F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8DF28-81AF-9A4B-B021-E57D16FC461F}" type="datetimeFigureOut">
              <a:rPr lang="en-US" smtClean="0"/>
              <a:t>6/1/23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B8168-E33B-054E-D367-E0BB58480B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89F90-5FF5-1C51-10F5-FC81ECB3A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52588-B19D-EF46-BE7A-B02BA805B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32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screenshot, line, font&#10;&#10;Description automatically generated">
            <a:extLst>
              <a:ext uri="{FF2B5EF4-FFF2-40B4-BE49-F238E27FC236}">
                <a16:creationId xmlns:a16="http://schemas.microsoft.com/office/drawing/2014/main" id="{5DA0FB43-D1EF-8BE7-F0AE-8BE41BF23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663" y="2641600"/>
            <a:ext cx="4635500" cy="3746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F0A903-C766-9560-2898-1074AC3A6DF2}"/>
              </a:ext>
            </a:extLst>
          </p:cNvPr>
          <p:cNvSpPr txBox="1"/>
          <p:nvPr/>
        </p:nvSpPr>
        <p:spPr>
          <a:xfrm>
            <a:off x="477837" y="3744662"/>
            <a:ext cx="61007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aseline="-25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1.7193310e-05  M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7.9526187e-05   M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2.4649718e-04 mmol/mg/min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B508B08-5F80-E7AD-4FA2-DA54C06E7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189972"/>
            <a:ext cx="15031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C55BBFB-37A8-8443-2434-4B3D9FE8E7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798286"/>
              </p:ext>
            </p:extLst>
          </p:nvPr>
        </p:nvGraphicFramePr>
        <p:xfrm>
          <a:off x="0" y="1189973"/>
          <a:ext cx="6764053" cy="2029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035300" imgH="914400" progId="Equation.DSMT4">
                  <p:embed/>
                </p:oleObj>
              </mc:Choice>
              <mc:Fallback>
                <p:oleObj r:id="rId3" imgW="3035300" imgH="914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189973"/>
                        <a:ext cx="6764053" cy="20292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82D585-1B2C-11D3-BB54-50EDBDA15E65}"/>
                  </a:ext>
                </a:extLst>
              </p:cNvPr>
              <p:cNvSpPr txBox="1"/>
              <p:nvPr/>
            </p:nvSpPr>
            <p:spPr>
              <a:xfrm>
                <a:off x="6263014" y="496302"/>
                <a:ext cx="495108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i="1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A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𝐶𝑎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2+</m:t>
                        </m:r>
                      </m:sup>
                    </m:sSubSup>
                  </m:oMath>
                </a14:m>
                <a:r>
                  <a:rPr lang="en-US" sz="2000" i="1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, B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  <m:sup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2000" i="1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, C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𝐶𝑎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  <m:sup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2+</m:t>
                        </m:r>
                      </m:sup>
                    </m:sSubSup>
                  </m:oMath>
                </a14:m>
                <a:r>
                  <a:rPr lang="en-US" sz="2000" i="1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, 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and</a:t>
                </a:r>
                <a:r>
                  <a:rPr lang="en-US" sz="2000" i="1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D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2000" dirty="0">
                    <a:effectLst/>
                  </a:rPr>
                  <a:t> </a:t>
                </a:r>
                <a:endParaRPr lang="en-US" sz="2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82D585-1B2C-11D3-BB54-50EDBDA15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3014" y="496302"/>
                <a:ext cx="4951086" cy="400110"/>
              </a:xfrm>
              <a:prstGeom prst="rect">
                <a:avLst/>
              </a:prstGeom>
              <a:blipFill>
                <a:blip r:embed="rId5"/>
                <a:stretch>
                  <a:fillRect l="-1020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9FAF8FC-D953-4700-26F2-61319C5E5E58}"/>
                  </a:ext>
                </a:extLst>
              </p:cNvPr>
              <p:cNvSpPr txBox="1"/>
              <p:nvPr/>
            </p:nvSpPr>
            <p:spPr>
              <a:xfrm>
                <a:off x="581806" y="552495"/>
                <a:ext cx="381893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⇌</m:t>
                      </m:r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9FAF8FC-D953-4700-26F2-61319C5E5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06" y="552495"/>
                <a:ext cx="3818931" cy="369332"/>
              </a:xfrm>
              <a:prstGeom prst="rect">
                <a:avLst/>
              </a:prstGeom>
              <a:blipFill>
                <a:blip r:embed="rId6"/>
                <a:stretch>
                  <a:fillRect l="-1325" t="-6667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0124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41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Times New Roman</vt:lpstr>
      <vt:lpstr>Office Theme</vt:lpstr>
      <vt:lpstr>Equation.DSMT4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Taheri, Pardis</dc:creator>
  <cp:lastModifiedBy>Taheri, Pardis</cp:lastModifiedBy>
  <cp:revision>1</cp:revision>
  <dcterms:created xsi:type="dcterms:W3CDTF">2023-06-01T13:25:50Z</dcterms:created>
  <dcterms:modified xsi:type="dcterms:W3CDTF">2023-06-01T13:33:26Z</dcterms:modified>
</cp:coreProperties>
</file>