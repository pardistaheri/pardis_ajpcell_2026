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4"/>
    <p:restoredTop sz="95768"/>
  </p:normalViewPr>
  <p:slideViewPr>
    <p:cSldViewPr snapToGrid="0">
      <p:cViewPr varScale="1">
        <p:scale>
          <a:sx n="123" d="100"/>
          <a:sy n="123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9B1A-7862-06B3-F005-A3C1EF0F1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6BC6E-643A-9DE5-A22E-F626D042D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35438-BC5A-2284-0584-02B78BBC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7225D-A032-7E35-86F0-0EC5A35A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E258B-B64B-D132-11AB-2FF837C0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1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3E4E-E0FD-F0C0-0EF5-05B9A68FF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6D2B-0433-3EC5-515D-D8530D78A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0ABFD-5C2E-2EE3-8504-7DAE0D70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618F-35CB-D114-3CDD-16D2F40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2A9E9-93C4-AC34-354E-B4DFF89C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1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4C2F-A803-E1D9-6C19-05465553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025FA-7B40-111C-061C-A3C704D19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18EF1-C4E3-D6DD-8BAB-4B8D2FC4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B6396-AB0E-3C5B-7477-5D7E04C3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15ED2-8741-3CCF-A14E-2516A0D2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3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8A2E-0DDE-3757-1C16-69C11B130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1F26-2CE5-A60E-5D5B-70CF85DFE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7EFB-55DE-9C5A-3DCA-404876946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5204E-628D-1627-3D38-88117FF3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0B97A-3140-DC6B-1A37-A30434AC4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D5118A-F1AF-87F2-FE04-E4015B979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8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B65E-E2CD-19E5-B5E2-2233E1EE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6EDF1-3591-20F9-343F-50AD7799B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9D626-3D94-791B-C45B-F79114674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3DC379-A368-5241-367B-4AF6043F9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B7AB7-3114-7D5F-2C93-F0249AF66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4491AE-B400-E3C4-2D32-E3E0A816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4B64FD-97DB-155A-991E-EAFD5CB5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D95F6-3FF0-D3AB-0E5B-1923E792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6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4CB3-BC1A-21DC-BF36-6621E410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9F598-2EC0-2409-11C2-D024CFEE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380BCE-4057-1293-916A-1124748F7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F80333-BF56-B3C6-B2FA-FCD10D4D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51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797ED-9790-B7E6-A358-E129B645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6B9F2-289A-BAFC-99A4-9E211F97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1847B-932D-ADCC-BF04-05A394C0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1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EFC6-42ED-BAC1-E5CF-14AA3A6A4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0B7E-A673-2DB4-FDF7-597A9A85E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5EB5D-0B72-4B90-DBED-5A4C07D78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CACFB-DBCD-7CC3-A732-0CF17865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DC67-BDF2-6BF8-ABE0-1852B154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5E556-2A96-3136-B584-2CC02D2A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9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FA88-18CB-7843-9E71-48651B73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CDFB1-51B2-43C1-92AF-B13FD8F66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3FB5B-30B8-F6D4-7F4B-BCD68DF4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C8678-82A7-2F26-A006-9C2577CC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6E9C62-FE0C-7F9A-92D1-AEEEEE42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D7DC8-6AE1-C8E2-696C-DF20D1CC5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5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4386-1B1D-80D3-B48E-78D03163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4310E-ADC8-4FE0-1615-8649E3662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34BA-1D72-5575-DC7F-3C51EADB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4BC65-FBEE-B73E-C1D2-9E019F0D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C6FBD-F66A-C15A-25F8-A4C2ACDD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2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F4475D-3D6A-2C6A-85BE-B271228BF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28A5C-0E69-6788-6AB2-F9E77D4EE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BAF76-4EBB-448A-9BCA-67040EF5E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591A5-F114-8D64-952B-BE9B59FA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88F7F-4223-E121-A3A1-69BD5B1D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0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90AE80-8855-91E3-20ED-F52A4E38A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834FE-1707-C494-DB03-97DADD389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F7F20-3797-4BDC-3A7D-B9BFE55BA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9191A-DFDE-7944-9E74-9EB3D7E61512}" type="datetimeFigureOut">
              <a:rPr lang="en-US" smtClean="0"/>
              <a:t>9/11/24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0059-FA43-3127-1617-AABCC4D73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8A7CD-6FCC-39A5-B4A6-DA5186583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94C59-5CC6-2346-848F-42333712F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68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FA28CC2-E4FD-FDBB-9B2E-8CE7D6527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D9F3A5-0166-45D2-311C-9D1A648EC20D}"/>
                  </a:ext>
                </a:extLst>
              </p:cNvPr>
              <p:cNvSpPr txBox="1"/>
              <p:nvPr/>
            </p:nvSpPr>
            <p:spPr>
              <a:xfrm>
                <a:off x="961558" y="542698"/>
                <a:ext cx="3278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⇌</m:t>
                      </m:r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D9F3A5-0166-45D2-311C-9D1A648E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558" y="542698"/>
                <a:ext cx="3278270" cy="369332"/>
              </a:xfrm>
              <a:prstGeom prst="rect">
                <a:avLst/>
              </a:prstGeom>
              <a:blipFill>
                <a:blip r:embed="rId2"/>
                <a:stretch>
                  <a:fillRect l="-153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54A3FA-60D9-FE3C-F64B-F4BF1FAF7848}"/>
                  </a:ext>
                </a:extLst>
              </p:cNvPr>
              <p:cNvSpPr txBox="1"/>
              <p:nvPr/>
            </p:nvSpPr>
            <p:spPr>
              <a:xfrm>
                <a:off x="7126146" y="604253"/>
                <a:ext cx="407470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54A3FA-60D9-FE3C-F64B-F4BF1FAF7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146" y="604253"/>
                <a:ext cx="4074705" cy="307777"/>
              </a:xfrm>
              <a:prstGeom prst="rect">
                <a:avLst/>
              </a:prstGeom>
              <a:blipFill>
                <a:blip r:embed="rId5"/>
                <a:stretch>
                  <a:fillRect l="-935" r="-935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5AF613A-B487-A5D7-E876-AF49657F563E}"/>
              </a:ext>
            </a:extLst>
          </p:cNvPr>
          <p:cNvSpPr txBox="1"/>
          <p:nvPr/>
        </p:nvSpPr>
        <p:spPr>
          <a:xfrm>
            <a:off x="7802742" y="1516282"/>
            <a:ext cx="37591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2.6066677e-04 M  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1.0028884e-09   M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7.9818513e-08 mmol/mg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912EA1-D4E3-49FC-84C6-B7F2668899AB}"/>
                  </a:ext>
                </a:extLst>
              </p:cNvPr>
              <p:cNvSpPr txBox="1"/>
              <p:nvPr/>
            </p:nvSpPr>
            <p:spPr>
              <a:xfrm>
                <a:off x="22425" y="1072896"/>
                <a:ext cx="7444186" cy="13645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𝑁𝐻𝐸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9912EA1-D4E3-49FC-84C6-B7F266889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5" y="1072896"/>
                <a:ext cx="7444186" cy="1364541"/>
              </a:xfrm>
              <a:prstGeom prst="rect">
                <a:avLst/>
              </a:prstGeom>
              <a:blipFill>
                <a:blip r:embed="rId6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889A4FF-2CD1-F1F1-C18C-9B929DD2E2BA}"/>
              </a:ext>
            </a:extLst>
          </p:cNvPr>
          <p:cNvSpPr txBox="1"/>
          <p:nvPr/>
        </p:nvSpPr>
        <p:spPr>
          <a:xfrm>
            <a:off x="7466611" y="2987139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 </a:t>
            </a:r>
          </a:p>
        </p:txBody>
      </p:sp>
      <p:pic>
        <p:nvPicPr>
          <p:cNvPr id="2" name="Picture 1" descr="A picture containing line, diagram, plot, slope&#10;&#10;Description automatically generated">
            <a:extLst>
              <a:ext uri="{FF2B5EF4-FFF2-40B4-BE49-F238E27FC236}">
                <a16:creationId xmlns:a16="http://schemas.microsoft.com/office/drawing/2014/main" id="{B10E7CD6-1BCD-15D1-1F6C-1EE90722B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375" y="2937941"/>
            <a:ext cx="9067716" cy="331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9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line, diagram, parallel&#10;&#10;Description automatically generated">
            <a:extLst>
              <a:ext uri="{FF2B5EF4-FFF2-40B4-BE49-F238E27FC236}">
                <a16:creationId xmlns:a16="http://schemas.microsoft.com/office/drawing/2014/main" id="{37F90673-DF03-CBDC-4FA4-4FBAAA9C4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56" y="1405446"/>
            <a:ext cx="4796211" cy="3544259"/>
          </a:xfrm>
          <a:prstGeom prst="rect">
            <a:avLst/>
          </a:prstGeom>
        </p:spPr>
      </p:pic>
      <p:pic>
        <p:nvPicPr>
          <p:cNvPr id="8" name="Picture 7" descr="A picture containing text, line, diagram, plot&#10;&#10;Description automatically generated">
            <a:extLst>
              <a:ext uri="{FF2B5EF4-FFF2-40B4-BE49-F238E27FC236}">
                <a16:creationId xmlns:a16="http://schemas.microsoft.com/office/drawing/2014/main" id="{F7C9A809-B4F8-2E18-9C58-C32B52AB6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845" y="1418916"/>
            <a:ext cx="4796210" cy="353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565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48D561-BD15-7604-6CC5-9310DB8AA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5704"/>
            <a:ext cx="10515600" cy="72994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pH regulation of NHE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6A67CD-1406-5C0B-75D5-0D7109D17C9A}"/>
                  </a:ext>
                </a:extLst>
              </p:cNvPr>
              <p:cNvSpPr txBox="1"/>
              <p:nvPr/>
            </p:nvSpPr>
            <p:spPr>
              <a:xfrm>
                <a:off x="223792" y="1169189"/>
                <a:ext cx="2959400" cy="863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𝑟𝑒𝑔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𝑛h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𝑖𝐻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𝑛h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𝑛h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6A67CD-1406-5C0B-75D5-0D7109D17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92" y="1169189"/>
                <a:ext cx="2959400" cy="863441"/>
              </a:xfrm>
              <a:prstGeom prst="rect">
                <a:avLst/>
              </a:prstGeom>
              <a:blipFill>
                <a:blip r:embed="rId2"/>
                <a:stretch>
                  <a:fillRect l="-2137" r="-427" b="-10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picture containing line, diagram, plot&#10;&#10;Description automatically generated">
            <a:extLst>
              <a:ext uri="{FF2B5EF4-FFF2-40B4-BE49-F238E27FC236}">
                <a16:creationId xmlns:a16="http://schemas.microsoft.com/office/drawing/2014/main" id="{60AB9EB4-09BB-B3C5-7338-A3FABB9A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357" y="2590011"/>
            <a:ext cx="4648200" cy="3060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99ACDD-E602-4A50-F13A-DED8E9088F9E}"/>
              </a:ext>
            </a:extLst>
          </p:cNvPr>
          <p:cNvSpPr txBox="1"/>
          <p:nvPr/>
        </p:nvSpPr>
        <p:spPr>
          <a:xfrm>
            <a:off x="7030191" y="5650711"/>
            <a:ext cx="6175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Courier" pitchFamily="2" charset="0"/>
              </a:rPr>
              <a:t> </a:t>
            </a:r>
          </a:p>
        </p:txBody>
      </p:sp>
      <p:pic>
        <p:nvPicPr>
          <p:cNvPr id="22" name="Picture 21" descr="A diagram of a ph&#10;&#10;Description automatically generated with low confidence">
            <a:extLst>
              <a:ext uri="{FF2B5EF4-FFF2-40B4-BE49-F238E27FC236}">
                <a16:creationId xmlns:a16="http://schemas.microsoft.com/office/drawing/2014/main" id="{3F025267-0CB0-18FF-3F67-E014B97F8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792" y="2602711"/>
            <a:ext cx="4686300" cy="3048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7314D8E-8D23-26D9-1E73-0F75CDB80B07}"/>
              </a:ext>
            </a:extLst>
          </p:cNvPr>
          <p:cNvSpPr txBox="1"/>
          <p:nvPr/>
        </p:nvSpPr>
        <p:spPr>
          <a:xfrm>
            <a:off x="489857" y="5650711"/>
            <a:ext cx="42602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6.9703537e-08 M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6.2808496e-06 mmol/mg/s 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5BB40D-A442-2003-AC9F-2F517F99CFDC}"/>
              </a:ext>
            </a:extLst>
          </p:cNvPr>
          <p:cNvSpPr txBox="1"/>
          <p:nvPr/>
        </p:nvSpPr>
        <p:spPr>
          <a:xfrm>
            <a:off x="7441870" y="5558378"/>
            <a:ext cx="42602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7.8705711e-08 M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6.9168565e-06 mmol/mg/s 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3" name="Picture 2" descr="A picture containing line, diagram, plot, parallel&#10;&#10;Description automatically generated">
            <a:extLst>
              <a:ext uri="{FF2B5EF4-FFF2-40B4-BE49-F238E27FC236}">
                <a16:creationId xmlns:a16="http://schemas.microsoft.com/office/drawing/2014/main" id="{8E09D671-DD40-5B6F-DC65-271A93BAA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5256" y="62097"/>
            <a:ext cx="3226887" cy="248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83</Words>
  <Application>Microsoft Macintosh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Courier</vt:lpstr>
      <vt:lpstr>Times New Roman</vt:lpstr>
      <vt:lpstr>Office Theme</vt:lpstr>
      <vt:lpstr>PowerPoint Presentation</vt:lpstr>
      <vt:lpstr>PowerPoint Presentation</vt:lpstr>
      <vt:lpstr>Matrix pH regulation of NHE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Taheri, Pardis</dc:creator>
  <cp:lastModifiedBy>Taheri, Pardis</cp:lastModifiedBy>
  <cp:revision>9</cp:revision>
  <dcterms:created xsi:type="dcterms:W3CDTF">2023-06-01T10:27:11Z</dcterms:created>
  <dcterms:modified xsi:type="dcterms:W3CDTF">2024-09-11T16:17:22Z</dcterms:modified>
</cp:coreProperties>
</file>