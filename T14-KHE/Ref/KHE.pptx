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C6EB2E1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FFD89-F30D-D979-54E9-1E3241198102}" name="Taheri, Pardis" initials="ST" userId="S::pardis.taheri@marquette.edu::363920c9-f7b7-4c6a-98db-a9fb1e99593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0"/>
    <p:restoredTop sz="94648"/>
  </p:normalViewPr>
  <p:slideViewPr>
    <p:cSldViewPr snapToGrid="0">
      <p:cViewPr>
        <p:scale>
          <a:sx n="101" d="100"/>
          <a:sy n="101" d="100"/>
        </p:scale>
        <p:origin x="14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comments/modernComment_101_C6EB2E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E44471-29DB-1541-841E-3EC123F31003}" authorId="{CB4FFD89-F30D-D979-54E9-1E3241198102}" created="2023-06-01T22:28:31.20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37301521" sldId="257"/>
      <ac:graphicFrameMk id="14" creationId="{241EE23A-2EAD-47A5-439F-2122E636FAEA}"/>
    </ac:deMkLst>
    <p188:txBody>
      <a:bodyPr/>
      <a:lstStyle/>
      <a:p>
        <a:r>
          <a:rPr lang="en-US"/>
          <a:t>Just keep the ca mg regulation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F655-84B3-15E5-BF14-73D53A03D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E9A80-9D3E-FBBF-68C2-BBED110E1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9A5C1-221D-D8B0-873A-A567A8EA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7CBB2-4AFE-2E2E-7ACA-06461C6C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39B7D-7F11-9775-03CD-C8B8D8CD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50D2-5159-6D24-A504-0F2AAC38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624AF-F281-81A7-4F97-B6E9DD31E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C7F4-59AD-2B60-5E1E-4F424C70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122E5-E0D5-2F07-9C64-A3553E50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1B479-65E4-177C-64A1-AA28C7892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5BC3-413C-0B6D-EB9C-51C8E814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D16F6-B1E6-190C-110D-351DFA436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DDCF8-7411-47B3-5FA9-C715ED20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E0F7-DC8B-A0DB-A093-C6CB977A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2A0BA-5D51-0335-1C44-7C492698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7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1F44-D01E-EE53-3666-6F106DAB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2F212-F575-C59B-FA09-30FAF1019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D6A88-5856-3E5F-B06E-CA26C1FDA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3CA9E-28BB-5D41-ECF1-BF71E875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A717F-C436-2C21-3CE1-4F5DD7A7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72627-2A03-7CBC-8154-F60E7666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08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CB91-B653-234A-5CCC-59293C7EC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75A0D-7C20-7DFB-0534-5F83F8B62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B2568-B174-E4D1-D099-4D0625320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553A5-A7F6-ED3F-176D-457DDFFB6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B57B6-376B-EE39-9179-C9A4BE118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485A5-FE20-90B5-5FA3-BA6934AB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2DC14-13F5-0460-CFA1-7C398491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83B7F-E3D1-B6B3-431A-FD148E29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3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D9A6-0CFB-03F5-76E3-A04194E1D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CD2DD-1A4C-135A-0BC8-6CE7666C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64D2C-36E1-8382-4DB0-3EB1F111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8707E-4245-E30B-02F7-FADF3948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7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5ED6A-DC3A-63E8-7885-55564C39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6EE29-B8E2-5FE3-5350-D38189A8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2E6B6-9BAA-BD7C-2553-EA9717EE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89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E787-8419-31BC-A465-534FF702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98793-21C5-CD27-7ECB-7D4485762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BB5CE-E88A-F50A-30A9-393FA45B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5C998-5097-113C-4035-220CEAEE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2B7CA-BE8D-6699-2534-1FC596D8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53FC6-07ED-DE19-6BD2-692DD91E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8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B08D-3EE1-4F97-9D08-611ECCEC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E403E-7DC0-E48B-C37C-1B52811DA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5847B-AADE-10BD-D480-84E47F834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FE4C7-DD0D-44FC-A1D2-C4342714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B505-3ECB-6BE6-1B68-B453B37F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6E827-470E-FA08-D8C1-AEF01B7C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7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179B-99FB-2335-6C5B-B0A7C7C4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2E892-946D-1D14-702C-68901D624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0134E-E730-B0E9-5CA7-B0123D4D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B4851-802C-CE9C-D57D-CDFCFA53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35A59-716D-7EA9-06EF-FAE7F98D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89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D9057-C8B4-095A-5265-D2078D6EE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07424-56A4-507D-8A0E-D70AABFB3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C18EA-BF3E-5086-A345-319A6136F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5B2F8-5DF8-ACAF-4DD8-B7DC4A4D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9C4B4-E0D1-E1EA-5794-0DB5DCFE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3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E44691-7328-9F07-069F-E63629FF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CB7FF-41FD-9C5F-9583-D232C46F8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2CA6B-1CC5-F0D2-4AEE-65409647E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A70B-100D-DA4A-B695-1C47C891E76A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450E-3938-CDED-4915-C169A3FD2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1599B-64E4-E89A-A815-DD16E11B6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AB810-B47F-8643-9F74-F914EC62E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1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package" Target="../embeddings/Microsoft_Word_Document.docx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1.emf"/><Relationship Id="rId2" Type="http://schemas.microsoft.com/office/2018/10/relationships/comments" Target="../comments/modernComment_101_C6EB2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5.bin"/><Relationship Id="rId10" Type="http://schemas.openxmlformats.org/officeDocument/2006/relationships/image" Target="../media/image10.e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56C4D-3131-38A8-068E-6CF9E7768B01}"/>
                  </a:ext>
                </a:extLst>
              </p:cNvPr>
              <p:cNvSpPr txBox="1"/>
              <p:nvPr/>
            </p:nvSpPr>
            <p:spPr>
              <a:xfrm>
                <a:off x="459873" y="231409"/>
                <a:ext cx="33799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⇌</m:t>
                      </m:r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56C4D-3131-38A8-068E-6CF9E7768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3" y="231409"/>
                <a:ext cx="3379900" cy="430887"/>
              </a:xfrm>
              <a:prstGeom prst="rect">
                <a:avLst/>
              </a:prstGeom>
              <a:blipFill>
                <a:blip r:embed="rId3"/>
                <a:stretch>
                  <a:fillRect l="-2247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CCF5E3-83C3-068E-D7BF-5F40E60FBC3E}"/>
                  </a:ext>
                </a:extLst>
              </p:cNvPr>
              <p:cNvSpPr txBox="1"/>
              <p:nvPr/>
            </p:nvSpPr>
            <p:spPr>
              <a:xfrm>
                <a:off x="7378890" y="508407"/>
                <a:ext cx="37599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CCF5E3-83C3-068E-D7BF-5F40E60FB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890" y="508407"/>
                <a:ext cx="3759940" cy="307777"/>
              </a:xfrm>
              <a:prstGeom prst="rect">
                <a:avLst/>
              </a:prstGeom>
              <a:blipFill>
                <a:blip r:embed="rId4"/>
                <a:stretch>
                  <a:fillRect l="-1010" r="-101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53B168ED-37E7-CFCA-BA11-174A3E33A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4" y="2755556"/>
            <a:ext cx="1560291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 descr="A picture containing text, line, diagram, screenshot&#10;&#10;Description automatically generated">
            <a:extLst>
              <a:ext uri="{FF2B5EF4-FFF2-40B4-BE49-F238E27FC236}">
                <a16:creationId xmlns:a16="http://schemas.microsoft.com/office/drawing/2014/main" id="{C3AE6715-F32F-CFFF-AFE8-921ED2526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16" y="2739869"/>
            <a:ext cx="4013200" cy="34251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F04707-9F48-0ADB-F129-AB960C2C297B}"/>
              </a:ext>
            </a:extLst>
          </p:cNvPr>
          <p:cNvSpPr txBox="1"/>
          <p:nvPr/>
        </p:nvSpPr>
        <p:spPr>
          <a:xfrm>
            <a:off x="7900309" y="1542824"/>
            <a:ext cx="29806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7.4968377e-03  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8.3126531e-11  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4.5080887e-05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37E79E-7C32-FF03-5DE4-05353E2DBB40}"/>
                  </a:ext>
                </a:extLst>
              </p:cNvPr>
              <p:cNvSpPr txBox="1"/>
              <p:nvPr/>
            </p:nvSpPr>
            <p:spPr>
              <a:xfrm>
                <a:off x="254801" y="1103600"/>
                <a:ext cx="6302014" cy="13645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𝐾𝐻𝐸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37E79E-7C32-FF03-5DE4-05353E2DB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01" y="1103600"/>
                <a:ext cx="6302014" cy="1364541"/>
              </a:xfrm>
              <a:prstGeom prst="rect">
                <a:avLst/>
              </a:prstGeom>
              <a:blipFill>
                <a:blip r:embed="rId6"/>
                <a:stretch>
                  <a:fillRect l="-1006" b="-4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picture containing text, diagram, line, font&#10;&#10;Description automatically generated">
            <a:extLst>
              <a:ext uri="{FF2B5EF4-FFF2-40B4-BE49-F238E27FC236}">
                <a16:creationId xmlns:a16="http://schemas.microsoft.com/office/drawing/2014/main" id="{DE7E0108-EC8C-7681-6BB9-2EB0E23573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0485" y="2739869"/>
            <a:ext cx="4158397" cy="347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70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diagram, line, screenshot&#10;&#10;Description automatically generated">
            <a:extLst>
              <a:ext uri="{FF2B5EF4-FFF2-40B4-BE49-F238E27FC236}">
                <a16:creationId xmlns:a16="http://schemas.microsoft.com/office/drawing/2014/main" id="{EA6FD31F-82A0-F1C7-4111-16DF7964E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569" y="0"/>
            <a:ext cx="4256160" cy="5029200"/>
          </a:xfrm>
          <a:prstGeom prst="rect">
            <a:avLst/>
          </a:prstGeom>
        </p:spPr>
      </p:pic>
      <p:pic>
        <p:nvPicPr>
          <p:cNvPr id="6" name="Picture 5" descr="A picture containing text, diagram, line, parallel&#10;&#10;Description automatically generated">
            <a:extLst>
              <a:ext uri="{FF2B5EF4-FFF2-40B4-BE49-F238E27FC236}">
                <a16:creationId xmlns:a16="http://schemas.microsoft.com/office/drawing/2014/main" id="{FD2FC225-C081-DCB1-7DCD-D0B577ACD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113" y="123567"/>
            <a:ext cx="4368148" cy="478206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5CACDAA-96D3-A3BA-6C2E-B22EE119C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234777"/>
            <a:ext cx="128243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D3AFF6D-9073-E012-F989-AF4FAB0283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58285"/>
              </p:ext>
            </p:extLst>
          </p:nvPr>
        </p:nvGraphicFramePr>
        <p:xfrm>
          <a:off x="0" y="234777"/>
          <a:ext cx="3206840" cy="1025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819400" imgH="889000" progId="Equation.DSMT4">
                  <p:embed/>
                </p:oleObj>
              </mc:Choice>
              <mc:Fallback>
                <p:oleObj r:id="rId5" imgW="2819400" imgH="889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34777"/>
                        <a:ext cx="3206840" cy="10256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B66F4A9D-BCB5-8E97-ABFE-7D3A50BBE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75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3B01C66-C822-4318-18B0-DAF794DFC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400914"/>
              </p:ext>
            </p:extLst>
          </p:nvPr>
        </p:nvGraphicFramePr>
        <p:xfrm>
          <a:off x="0" y="1507524"/>
          <a:ext cx="1397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97000" imgH="469900" progId="Equation.DSMT4">
                  <p:embed/>
                </p:oleObj>
              </mc:Choice>
              <mc:Fallback>
                <p:oleObj r:id="rId7" imgW="1397000" imgH="469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07524"/>
                        <a:ext cx="1397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>
            <a:extLst>
              <a:ext uri="{FF2B5EF4-FFF2-40B4-BE49-F238E27FC236}">
                <a16:creationId xmlns:a16="http://schemas.microsoft.com/office/drawing/2014/main" id="{EBDF4006-2A11-8948-3FB8-9EC095BC4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465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67711BB-98AE-DDFA-1E16-4E81D00521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400408"/>
              </p:ext>
            </p:extLst>
          </p:nvPr>
        </p:nvGraphicFramePr>
        <p:xfrm>
          <a:off x="0" y="2264653"/>
          <a:ext cx="1447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435100" imgH="469900" progId="Equation.DSMT4">
                  <p:embed/>
                </p:oleObj>
              </mc:Choice>
              <mc:Fallback>
                <p:oleObj r:id="rId9" imgW="14351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64653"/>
                        <a:ext cx="14478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>
            <a:extLst>
              <a:ext uri="{FF2B5EF4-FFF2-40B4-BE49-F238E27FC236}">
                <a16:creationId xmlns:a16="http://schemas.microsoft.com/office/drawing/2014/main" id="{B32D7F10-3477-8E13-89B5-30A8B4FF5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43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241EE23A-2EAD-47A5-439F-2122E636FA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330903"/>
              </p:ext>
            </p:extLst>
          </p:nvPr>
        </p:nvGraphicFramePr>
        <p:xfrm>
          <a:off x="0" y="3164327"/>
          <a:ext cx="2984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984500" imgH="482600" progId="Equation.DSMT4">
                  <p:embed/>
                </p:oleObj>
              </mc:Choice>
              <mc:Fallback>
                <p:oleObj r:id="rId11" imgW="2984500" imgH="482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164327"/>
                        <a:ext cx="2984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F0F76F71-2FA7-C1AE-C98C-2EDA74110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73116"/>
              </p:ext>
            </p:extLst>
          </p:nvPr>
        </p:nvGraphicFramePr>
        <p:xfrm>
          <a:off x="110650" y="4832282"/>
          <a:ext cx="4844409" cy="1946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3" imgW="5943600" imgH="2387600" progId="Word.Document.12">
                  <p:embed/>
                </p:oleObj>
              </mc:Choice>
              <mc:Fallback>
                <p:oleObj name="Document" r:id="rId13" imgW="5943600" imgH="23876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0650" y="4832282"/>
                        <a:ext cx="4844409" cy="1946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DE24A0C-CC53-AD3E-0766-22C649981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744029"/>
              </p:ext>
            </p:extLst>
          </p:nvPr>
        </p:nvGraphicFramePr>
        <p:xfrm>
          <a:off x="5639678" y="4930242"/>
          <a:ext cx="5834129" cy="1865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819400" imgH="889000" progId="Equation.DSMT4">
                  <p:embed/>
                </p:oleObj>
              </mc:Choice>
              <mc:Fallback>
                <p:oleObj r:id="rId15" imgW="2819400" imgH="8890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E0DA30E-7A2A-91E2-9D31-620BC41A4F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9678" y="4930242"/>
                        <a:ext cx="5834129" cy="18658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73015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diagram, line, plot&#10;&#10;Description automatically generated">
            <a:extLst>
              <a:ext uri="{FF2B5EF4-FFF2-40B4-BE49-F238E27FC236}">
                <a16:creationId xmlns:a16="http://schemas.microsoft.com/office/drawing/2014/main" id="{6086A1B3-D198-996B-1B37-96DC81C12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994" y="1466610"/>
            <a:ext cx="4279878" cy="314792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4D47F1-5DE8-D36D-6B05-6FC9D1DBDC3A}"/>
              </a:ext>
            </a:extLst>
          </p:cNvPr>
          <p:cNvSpPr txBox="1"/>
          <p:nvPr/>
        </p:nvSpPr>
        <p:spPr>
          <a:xfrm>
            <a:off x="682994" y="5206724"/>
            <a:ext cx="3872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ourier" pitchFamily="2" charset="0"/>
              </a:rPr>
              <a:t>   1.8430172e-06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F6E604-6A63-8497-5391-6AEBBE86E7C1}"/>
              </a:ext>
            </a:extLst>
          </p:cNvPr>
          <p:cNvSpPr txBox="1"/>
          <p:nvPr/>
        </p:nvSpPr>
        <p:spPr>
          <a:xfrm>
            <a:off x="7491239" y="5101709"/>
            <a:ext cx="2695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ourier" pitchFamily="2" charset="0"/>
              </a:rPr>
              <a:t>4.6427077e-05</a:t>
            </a:r>
          </a:p>
        </p:txBody>
      </p:sp>
      <p:pic>
        <p:nvPicPr>
          <p:cNvPr id="13" name="Picture 12" descr="A picture containing diagram, line, plot, text&#10;&#10;Description automatically generated">
            <a:extLst>
              <a:ext uri="{FF2B5EF4-FFF2-40B4-BE49-F238E27FC236}">
                <a16:creationId xmlns:a16="http://schemas.microsoft.com/office/drawing/2014/main" id="{3B192EFF-7C9F-911B-3563-F3E231EF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143461"/>
            <a:ext cx="4279878" cy="37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77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41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Courier</vt:lpstr>
      <vt:lpstr>Times New Roman</vt:lpstr>
      <vt:lpstr>Office Theme</vt:lpstr>
      <vt:lpstr>Equation.DSMT4</vt:lpstr>
      <vt:lpstr>Document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Taheri, Pardis</dc:creator>
  <cp:lastModifiedBy>Taheri, Pardis</cp:lastModifiedBy>
  <cp:revision>9</cp:revision>
  <dcterms:created xsi:type="dcterms:W3CDTF">2023-06-01T17:03:50Z</dcterms:created>
  <dcterms:modified xsi:type="dcterms:W3CDTF">2024-09-11T16:11:57Z</dcterms:modified>
</cp:coreProperties>
</file>